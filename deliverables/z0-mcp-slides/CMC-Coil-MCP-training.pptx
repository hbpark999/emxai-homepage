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5448" y="566928"/>
            <a:ext cx="91440" cy="7040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859536"/>
            <a:ext cx="11494008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CMC Coil 설계 GUI의 입력과 출력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제작된 CMC DESIGN LAB 화면을 기준으로 설계 변수와 결과를 구분합니다.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1335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GUI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1645920"/>
            <a:ext cx="7534656" cy="4050792"/>
          </a:xfrm>
          <a:prstGeom prst="roundRect">
            <a:avLst>
              <a:gd name="adj" fmla="val 2709"/>
            </a:avLst>
          </a:prstGeom>
          <a:solidFill>
            <a:srgbClr val="F7FAFD"/>
          </a:solidFill>
          <a:ln w="12700">
            <a:solidFill>
              <a:srgbClr val="BFD3E8"/>
            </a:solidFill>
            <a:prstDash val="solid"/>
          </a:ln>
        </p:spPr>
      </p:sp>
      <p:pic>
        <p:nvPicPr>
          <p:cNvPr id="8" name="Image 0" descr="C:\HBPARK\1-Works\Business\EMXAI\homepage\emxai-homepage\deliverables\z0-mcp-slides\assets\cmc-gui-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46504"/>
            <a:ext cx="7351776" cy="382219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" y="1746504"/>
            <a:ext cx="713232" cy="382219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0" y="133502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25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입력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503920" y="170078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권선 수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445752" y="1700784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turns × 2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503920" y="220370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형상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445752" y="2203704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F3 기준형 20/32/8 mm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503920" y="270662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선경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445752" y="2706624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 mm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503920" y="3209544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권선 피치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445752" y="3209544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3°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503920" y="3794760"/>
            <a:ext cx="3017520" cy="0"/>
          </a:xfrm>
          <a:prstGeom prst="line">
            <a:avLst/>
          </a:prstGeom>
          <a:noFill/>
          <a:ln w="12700">
            <a:solidFill>
              <a:srgbClr val="D7E3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03920" y="39684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F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 출력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03920" y="431596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253728" y="431596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이중 권선 미리보기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8503920" y="46360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253728" y="463600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|ZCM| · |ZDM| 주파수 곡선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8503920" y="49560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불확도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253728" y="495604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P90 오차 범위</a:t>
            </a:r>
            <a:endParaRPr lang="en-US" sz="1080" dirty="0"/>
          </a:p>
        </p:txBody>
      </p:sp>
      <p:sp>
        <p:nvSpPr>
          <p:cNvPr id="27" name="Text 24"/>
          <p:cNvSpPr/>
          <p:nvPr/>
        </p:nvSpPr>
        <p:spPr>
          <a:xfrm>
            <a:off x="8503920" y="52760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253728" y="527608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SPICE Subcircuit 생성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658368" y="5980176"/>
            <a:ext cx="10863072" cy="438912"/>
          </a:xfrm>
          <a:prstGeom prst="roundRect">
            <a:avLst>
              <a:gd name="adj" fmla="val 25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42416" y="60807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874520" y="6053328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44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입력값이 Coil 형상, 임피던스 곡선, SPICE 모델을 함께 결정합니다.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11320272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7A84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5448" y="566928"/>
            <a:ext cx="91440" cy="7040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859536"/>
            <a:ext cx="11494008" cy="0"/>
          </a:xfrm>
          <a:prstGeom prst="line">
            <a:avLst/>
          </a:prstGeom>
          <a:noFill/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1945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CMC Coil 설계기를 MCP 도구로 연결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GUI와 MCP가 동일한 예측 엔진을 사용하도록 도구의 입력과 출력을 정의합니다.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58368" y="13533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/ 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62272" y="13533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25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도구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32520" y="1353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F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CMC 설계 엔진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1691640"/>
            <a:ext cx="2560320" cy="3611880"/>
          </a:xfrm>
          <a:prstGeom prst="roundRect">
            <a:avLst>
              <a:gd name="adj" fmla="val 4286"/>
            </a:avLst>
          </a:prstGeom>
          <a:solidFill>
            <a:srgbClr val="F3F8FF"/>
          </a:solidFill>
          <a:ln w="12700">
            <a:solidFill>
              <a:srgbClr val="9AC7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43584" y="1956816"/>
            <a:ext cx="1389888" cy="256032"/>
          </a:xfrm>
          <a:prstGeom prst="roundRect">
            <a:avLst>
              <a:gd name="adj" fmla="val 42857"/>
            </a:avLst>
          </a:prstGeom>
          <a:solidFill>
            <a:srgbClr val="1976F3"/>
          </a:solidFill>
          <a:ln w="12700">
            <a:solidFill>
              <a:srgbClr val="197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3584" y="1956816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요청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2432304"/>
            <a:ext cx="21579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“8턴, F3 코어,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선경 0.8 mm 조건으로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CMC 특성을 예측하고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SPICE를 만들어줘”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50976" y="434340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사용자는 GUI와 같은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조건을 말합니다.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01568" y="3063240"/>
            <a:ext cx="603504" cy="438912"/>
          </a:xfrm>
          <a:prstGeom prst="chevron">
            <a:avLst/>
          </a:prstGeom>
          <a:solidFill>
            <a:srgbClr val="1976F3"/>
          </a:solidFill>
          <a:ln w="12700">
            <a:solidFill>
              <a:srgbClr val="1976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691640"/>
            <a:ext cx="3401568" cy="3611880"/>
          </a:xfrm>
          <a:prstGeom prst="roundRect">
            <a:avLst>
              <a:gd name="adj" fmla="val 3226"/>
            </a:avLst>
          </a:prstGeom>
          <a:solidFill>
            <a:srgbClr val="F4F1FF"/>
          </a:solidFill>
          <a:ln w="12700">
            <a:solidFill>
              <a:srgbClr val="B9AE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956816"/>
            <a:ext cx="1243584" cy="256032"/>
          </a:xfrm>
          <a:prstGeom prst="roundRect">
            <a:avLst>
              <a:gd name="adj" fmla="val 42857"/>
            </a:avLst>
          </a:prstGeom>
          <a:solidFill>
            <a:srgbClr val="6251D8"/>
          </a:solidFill>
          <a:ln w="12700">
            <a:solidFill>
              <a:srgbClr val="6251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95681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predict_cmc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25312" y="1956816"/>
            <a:ext cx="1280160" cy="256032"/>
          </a:xfrm>
          <a:prstGeom prst="roundRect">
            <a:avLst>
              <a:gd name="adj" fmla="val 42857"/>
            </a:avLst>
          </a:prstGeom>
          <a:solidFill>
            <a:srgbClr val="6251D8"/>
          </a:solidFill>
          <a:ln w="12700">
            <a:solidFill>
              <a:srgbClr val="6251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5312" y="19568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generate_spice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17136" y="24231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25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입력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98848" y="2679192"/>
            <a:ext cx="2724912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D1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788920"/>
            <a:ext cx="239572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"turns": 8,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"core_family": "F3",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"wire_mm": 0.8,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"pitch_deg": 3.0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B3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36008" y="445312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 입력 항목과 같은 스키마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744968" y="3063240"/>
            <a:ext cx="603504" cy="438912"/>
          </a:xfrm>
          <a:prstGeom prst="chevron">
            <a:avLst/>
          </a:prstGeom>
          <a:solidFill>
            <a:srgbClr val="6251D8"/>
          </a:solidFill>
          <a:ln w="12700">
            <a:solidFill>
              <a:srgbClr val="6251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0" y="1691640"/>
            <a:ext cx="3017520" cy="3611880"/>
          </a:xfrm>
          <a:prstGeom prst="roundRect">
            <a:avLst>
              <a:gd name="adj" fmla="val 3636"/>
            </a:avLst>
          </a:prstGeom>
          <a:solidFill>
            <a:srgbClr val="EEF9F5"/>
          </a:solidFill>
          <a:ln w="12700">
            <a:solidFill>
              <a:srgbClr val="A9E0C8"/>
            </a:solidFill>
            <a:prstDash val="solid"/>
          </a:ln>
        </p:spPr>
      </p:sp>
      <p:pic>
        <p:nvPicPr>
          <p:cNvPr id="26" name="Image 0" descr="C:\HBPARK\1-Works\Business\EMXAI\homepage\emxai-homepage\deliverables\z0-mcp-slides\assets\cmc-coil-geometry-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901952"/>
            <a:ext cx="2560320" cy="2432304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8842248" y="4270248"/>
            <a:ext cx="1426464" cy="256032"/>
          </a:xfrm>
          <a:prstGeom prst="roundRect">
            <a:avLst>
              <a:gd name="adj" fmla="val 42857"/>
            </a:avLst>
          </a:prstGeom>
          <a:solidFill>
            <a:srgbClr val="0D9F6E"/>
          </a:solidFill>
          <a:ln w="12700">
            <a:solidFill>
              <a:srgbClr val="0D9F6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842248" y="42702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|ZCM| · |ZDM| 곡선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0341864" y="4270248"/>
            <a:ext cx="987552" cy="256032"/>
          </a:xfrm>
          <a:prstGeom prst="roundRect">
            <a:avLst>
              <a:gd name="adj" fmla="val 42857"/>
            </a:avLst>
          </a:prstGeom>
          <a:solidFill>
            <a:srgbClr val="0D9F6E"/>
          </a:solidFill>
          <a:ln w="12700">
            <a:solidFill>
              <a:srgbClr val="0D9F6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341864" y="4270248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SPICE .SUBCKT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705088" y="473659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모델이 GUI와 MCP 결과를 생성</a:t>
            </a:r>
            <a:endParaRPr lang="en-US" sz="1080" dirty="0"/>
          </a:p>
        </p:txBody>
      </p:sp>
      <p:sp>
        <p:nvSpPr>
          <p:cNvPr id="32" name="Text 29"/>
          <p:cNvSpPr/>
          <p:nvPr/>
        </p:nvSpPr>
        <p:spPr>
          <a:xfrm>
            <a:off x="841248" y="55412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흐름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993392" y="55412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조건 전달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3383280" y="5541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3785616" y="554126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25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예측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4992624" y="5541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5385816" y="554126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251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SPICE 생성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592824" y="554126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878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6995160" y="554126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D9F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결과 설명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58368" y="5980176"/>
            <a:ext cx="10863072" cy="438912"/>
          </a:xfrm>
          <a:prstGeom prst="roundRect">
            <a:avLst>
              <a:gd name="adj" fmla="val 25000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042416" y="60807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76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874520" y="6053328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3444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MCP는 새 계산기를 만드는 기능이 아니라, 기존 CMC GUI 엔진을 AI가 호출하는 표준 연결 방식입니다.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11320272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7A84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CMC Coil 설계 GUI와 MCP 연결</dc:title>
  <dc:subject>CMC Coil design MCP training</dc:subject>
  <dc:creator>EMxAI</dc:creator>
  <cp:lastModifiedBy>EMxAI</cp:lastModifiedBy>
  <cp:revision>1</cp:revision>
  <dcterms:created xsi:type="dcterms:W3CDTF">2026-09-10T00:56:49Z</dcterms:created>
  <dcterms:modified xsi:type="dcterms:W3CDTF">2026-09-10T00:56:49Z</dcterms:modified>
</cp:coreProperties>
</file>